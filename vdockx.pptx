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93" y="251373"/>
            <a:ext cx="18059399" cy="98107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9124" y="277876"/>
            <a:ext cx="735457" cy="7456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6374" y="277876"/>
            <a:ext cx="741993" cy="75258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6792" y="294603"/>
            <a:ext cx="657224" cy="4000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2547" y="519871"/>
            <a:ext cx="2133599" cy="7334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5604" y="492869"/>
            <a:ext cx="2314574" cy="7238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544700" y="330136"/>
            <a:ext cx="1342390" cy="982344"/>
          </a:xfrm>
          <a:custGeom>
            <a:avLst/>
            <a:gdLst/>
            <a:ahLst/>
            <a:cxnLst/>
            <a:rect l="l" t="t" r="r" b="b"/>
            <a:pathLst>
              <a:path w="1342390" h="982344">
                <a:moveTo>
                  <a:pt x="1342350" y="981833"/>
                </a:moveTo>
                <a:lnTo>
                  <a:pt x="0" y="981833"/>
                </a:lnTo>
                <a:lnTo>
                  <a:pt x="0" y="0"/>
                </a:lnTo>
                <a:lnTo>
                  <a:pt x="1342350" y="0"/>
                </a:lnTo>
                <a:lnTo>
                  <a:pt x="1342350" y="981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5886" y="348240"/>
            <a:ext cx="876299" cy="942974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8751128" y="438624"/>
            <a:ext cx="2364740" cy="951865"/>
          </a:xfrm>
          <a:custGeom>
            <a:avLst/>
            <a:gdLst/>
            <a:ahLst/>
            <a:cxnLst/>
            <a:rect l="l" t="t" r="r" b="b"/>
            <a:pathLst>
              <a:path w="2364740" h="951865">
                <a:moveTo>
                  <a:pt x="2107772" y="951750"/>
                </a:moveTo>
                <a:lnTo>
                  <a:pt x="257175" y="951750"/>
                </a:lnTo>
                <a:lnTo>
                  <a:pt x="206768" y="946763"/>
                </a:lnTo>
                <a:lnTo>
                  <a:pt x="158758" y="932174"/>
                </a:lnTo>
                <a:lnTo>
                  <a:pt x="114494" y="908542"/>
                </a:lnTo>
                <a:lnTo>
                  <a:pt x="75325" y="876425"/>
                </a:lnTo>
                <a:lnTo>
                  <a:pt x="43208" y="837256"/>
                </a:lnTo>
                <a:lnTo>
                  <a:pt x="19576" y="792992"/>
                </a:lnTo>
                <a:lnTo>
                  <a:pt x="4987" y="744982"/>
                </a:lnTo>
                <a:lnTo>
                  <a:pt x="0" y="694575"/>
                </a:lnTo>
                <a:lnTo>
                  <a:pt x="0" y="257174"/>
                </a:lnTo>
                <a:lnTo>
                  <a:pt x="4987" y="206768"/>
                </a:lnTo>
                <a:lnTo>
                  <a:pt x="19576" y="158758"/>
                </a:lnTo>
                <a:lnTo>
                  <a:pt x="43208" y="114494"/>
                </a:lnTo>
                <a:lnTo>
                  <a:pt x="75325" y="75324"/>
                </a:lnTo>
                <a:lnTo>
                  <a:pt x="114494" y="43208"/>
                </a:lnTo>
                <a:lnTo>
                  <a:pt x="158758" y="19576"/>
                </a:lnTo>
                <a:lnTo>
                  <a:pt x="206768" y="4987"/>
                </a:lnTo>
                <a:lnTo>
                  <a:pt x="257175" y="0"/>
                </a:lnTo>
                <a:lnTo>
                  <a:pt x="2107772" y="0"/>
                </a:lnTo>
                <a:lnTo>
                  <a:pt x="2158178" y="4987"/>
                </a:lnTo>
                <a:lnTo>
                  <a:pt x="2206188" y="19576"/>
                </a:lnTo>
                <a:lnTo>
                  <a:pt x="2250453" y="43208"/>
                </a:lnTo>
                <a:lnTo>
                  <a:pt x="2289622" y="75324"/>
                </a:lnTo>
                <a:lnTo>
                  <a:pt x="2321738" y="114494"/>
                </a:lnTo>
                <a:lnTo>
                  <a:pt x="2345370" y="158758"/>
                </a:lnTo>
                <a:lnTo>
                  <a:pt x="2359960" y="206768"/>
                </a:lnTo>
                <a:lnTo>
                  <a:pt x="2364505" y="252703"/>
                </a:lnTo>
                <a:lnTo>
                  <a:pt x="2364505" y="699046"/>
                </a:lnTo>
                <a:lnTo>
                  <a:pt x="2359960" y="744982"/>
                </a:lnTo>
                <a:lnTo>
                  <a:pt x="2345370" y="792992"/>
                </a:lnTo>
                <a:lnTo>
                  <a:pt x="2321738" y="837256"/>
                </a:lnTo>
                <a:lnTo>
                  <a:pt x="2289622" y="876425"/>
                </a:lnTo>
                <a:lnTo>
                  <a:pt x="2250453" y="908542"/>
                </a:lnTo>
                <a:lnTo>
                  <a:pt x="2206188" y="932174"/>
                </a:lnTo>
                <a:lnTo>
                  <a:pt x="2158178" y="946763"/>
                </a:lnTo>
                <a:lnTo>
                  <a:pt x="2107772" y="95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4061" y="613437"/>
            <a:ext cx="2038349" cy="60007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99798" y="463027"/>
            <a:ext cx="1619249" cy="84772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3760660" y="343597"/>
            <a:ext cx="7548880" cy="1033780"/>
          </a:xfrm>
          <a:custGeom>
            <a:avLst/>
            <a:gdLst/>
            <a:ahLst/>
            <a:cxnLst/>
            <a:rect l="l" t="t" r="r" b="b"/>
            <a:pathLst>
              <a:path w="7548880" h="1033780">
                <a:moveTo>
                  <a:pt x="20078" y="0"/>
                </a:moveTo>
                <a:lnTo>
                  <a:pt x="0" y="0"/>
                </a:lnTo>
                <a:lnTo>
                  <a:pt x="0" y="116103"/>
                </a:lnTo>
                <a:lnTo>
                  <a:pt x="0" y="917194"/>
                </a:lnTo>
                <a:lnTo>
                  <a:pt x="0" y="917549"/>
                </a:lnTo>
                <a:lnTo>
                  <a:pt x="0" y="1033297"/>
                </a:lnTo>
                <a:lnTo>
                  <a:pt x="20078" y="1033297"/>
                </a:lnTo>
                <a:lnTo>
                  <a:pt x="20078" y="917549"/>
                </a:lnTo>
                <a:lnTo>
                  <a:pt x="20078" y="917194"/>
                </a:lnTo>
                <a:lnTo>
                  <a:pt x="20078" y="116103"/>
                </a:lnTo>
                <a:lnTo>
                  <a:pt x="20078" y="0"/>
                </a:lnTo>
                <a:close/>
              </a:path>
              <a:path w="7548880" h="1033780">
                <a:moveTo>
                  <a:pt x="2855125" y="0"/>
                </a:moveTo>
                <a:lnTo>
                  <a:pt x="2835046" y="0"/>
                </a:lnTo>
                <a:lnTo>
                  <a:pt x="2835046" y="116103"/>
                </a:lnTo>
                <a:lnTo>
                  <a:pt x="2835046" y="917194"/>
                </a:lnTo>
                <a:lnTo>
                  <a:pt x="2835046" y="917549"/>
                </a:lnTo>
                <a:lnTo>
                  <a:pt x="2835046" y="1033297"/>
                </a:lnTo>
                <a:lnTo>
                  <a:pt x="2855125" y="1033297"/>
                </a:lnTo>
                <a:lnTo>
                  <a:pt x="2855125" y="917549"/>
                </a:lnTo>
                <a:lnTo>
                  <a:pt x="2855125" y="917194"/>
                </a:lnTo>
                <a:lnTo>
                  <a:pt x="2855125" y="116103"/>
                </a:lnTo>
                <a:lnTo>
                  <a:pt x="2855125" y="0"/>
                </a:lnTo>
                <a:close/>
              </a:path>
              <a:path w="7548880" h="1033780">
                <a:moveTo>
                  <a:pt x="4851679" y="0"/>
                </a:moveTo>
                <a:lnTo>
                  <a:pt x="4831588" y="0"/>
                </a:lnTo>
                <a:lnTo>
                  <a:pt x="4831588" y="116103"/>
                </a:lnTo>
                <a:lnTo>
                  <a:pt x="4831588" y="917194"/>
                </a:lnTo>
                <a:lnTo>
                  <a:pt x="4831588" y="917549"/>
                </a:lnTo>
                <a:lnTo>
                  <a:pt x="4831588" y="1033297"/>
                </a:lnTo>
                <a:lnTo>
                  <a:pt x="4851679" y="1033297"/>
                </a:lnTo>
                <a:lnTo>
                  <a:pt x="4851679" y="917549"/>
                </a:lnTo>
                <a:lnTo>
                  <a:pt x="4851679" y="917194"/>
                </a:lnTo>
                <a:lnTo>
                  <a:pt x="4851679" y="116103"/>
                </a:lnTo>
                <a:lnTo>
                  <a:pt x="4851679" y="0"/>
                </a:lnTo>
                <a:close/>
              </a:path>
              <a:path w="7548880" h="1033780">
                <a:moveTo>
                  <a:pt x="7548639" y="0"/>
                </a:moveTo>
                <a:lnTo>
                  <a:pt x="7528547" y="0"/>
                </a:lnTo>
                <a:lnTo>
                  <a:pt x="7528547" y="116103"/>
                </a:lnTo>
                <a:lnTo>
                  <a:pt x="7528547" y="917194"/>
                </a:lnTo>
                <a:lnTo>
                  <a:pt x="7528547" y="917549"/>
                </a:lnTo>
                <a:lnTo>
                  <a:pt x="7528547" y="1033297"/>
                </a:lnTo>
                <a:lnTo>
                  <a:pt x="7548639" y="1033297"/>
                </a:lnTo>
                <a:lnTo>
                  <a:pt x="7548639" y="917549"/>
                </a:lnTo>
                <a:lnTo>
                  <a:pt x="7548639" y="917194"/>
                </a:lnTo>
                <a:lnTo>
                  <a:pt x="7548639" y="116103"/>
                </a:lnTo>
                <a:lnTo>
                  <a:pt x="7548639" y="0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649" y="9782883"/>
            <a:ext cx="333374" cy="38099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4317" y="9782883"/>
            <a:ext cx="247649" cy="380999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115" y="108888"/>
            <a:ext cx="323808" cy="29531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601365" y="76238"/>
            <a:ext cx="2552699" cy="20002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000669" y="1495021"/>
            <a:ext cx="4152899" cy="8572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93" y="251373"/>
            <a:ext cx="18059399" cy="98107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9124" y="277876"/>
            <a:ext cx="735457" cy="7456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6374" y="277876"/>
            <a:ext cx="741993" cy="75258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6792" y="294603"/>
            <a:ext cx="657224" cy="4000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2547" y="519871"/>
            <a:ext cx="2133599" cy="7334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5604" y="492869"/>
            <a:ext cx="2314574" cy="7238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544700" y="330136"/>
            <a:ext cx="1342390" cy="982344"/>
          </a:xfrm>
          <a:custGeom>
            <a:avLst/>
            <a:gdLst/>
            <a:ahLst/>
            <a:cxnLst/>
            <a:rect l="l" t="t" r="r" b="b"/>
            <a:pathLst>
              <a:path w="1342390" h="982344">
                <a:moveTo>
                  <a:pt x="1342350" y="981833"/>
                </a:moveTo>
                <a:lnTo>
                  <a:pt x="0" y="981833"/>
                </a:lnTo>
                <a:lnTo>
                  <a:pt x="0" y="0"/>
                </a:lnTo>
                <a:lnTo>
                  <a:pt x="1342350" y="0"/>
                </a:lnTo>
                <a:lnTo>
                  <a:pt x="1342350" y="981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5886" y="348240"/>
            <a:ext cx="876299" cy="942974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8751128" y="438624"/>
            <a:ext cx="2364740" cy="951865"/>
          </a:xfrm>
          <a:custGeom>
            <a:avLst/>
            <a:gdLst/>
            <a:ahLst/>
            <a:cxnLst/>
            <a:rect l="l" t="t" r="r" b="b"/>
            <a:pathLst>
              <a:path w="2364740" h="951865">
                <a:moveTo>
                  <a:pt x="2107772" y="951750"/>
                </a:moveTo>
                <a:lnTo>
                  <a:pt x="257175" y="951750"/>
                </a:lnTo>
                <a:lnTo>
                  <a:pt x="206768" y="946763"/>
                </a:lnTo>
                <a:lnTo>
                  <a:pt x="158758" y="932174"/>
                </a:lnTo>
                <a:lnTo>
                  <a:pt x="114494" y="908542"/>
                </a:lnTo>
                <a:lnTo>
                  <a:pt x="75325" y="876425"/>
                </a:lnTo>
                <a:lnTo>
                  <a:pt x="43208" y="837256"/>
                </a:lnTo>
                <a:lnTo>
                  <a:pt x="19576" y="792992"/>
                </a:lnTo>
                <a:lnTo>
                  <a:pt x="4987" y="744982"/>
                </a:lnTo>
                <a:lnTo>
                  <a:pt x="0" y="694575"/>
                </a:lnTo>
                <a:lnTo>
                  <a:pt x="0" y="257174"/>
                </a:lnTo>
                <a:lnTo>
                  <a:pt x="4987" y="206768"/>
                </a:lnTo>
                <a:lnTo>
                  <a:pt x="19576" y="158758"/>
                </a:lnTo>
                <a:lnTo>
                  <a:pt x="43208" y="114494"/>
                </a:lnTo>
                <a:lnTo>
                  <a:pt x="75325" y="75324"/>
                </a:lnTo>
                <a:lnTo>
                  <a:pt x="114494" y="43208"/>
                </a:lnTo>
                <a:lnTo>
                  <a:pt x="158758" y="19576"/>
                </a:lnTo>
                <a:lnTo>
                  <a:pt x="206768" y="4987"/>
                </a:lnTo>
                <a:lnTo>
                  <a:pt x="257175" y="0"/>
                </a:lnTo>
                <a:lnTo>
                  <a:pt x="2107772" y="0"/>
                </a:lnTo>
                <a:lnTo>
                  <a:pt x="2158178" y="4987"/>
                </a:lnTo>
                <a:lnTo>
                  <a:pt x="2206188" y="19576"/>
                </a:lnTo>
                <a:lnTo>
                  <a:pt x="2250453" y="43208"/>
                </a:lnTo>
                <a:lnTo>
                  <a:pt x="2289622" y="75324"/>
                </a:lnTo>
                <a:lnTo>
                  <a:pt x="2321738" y="114494"/>
                </a:lnTo>
                <a:lnTo>
                  <a:pt x="2345370" y="158758"/>
                </a:lnTo>
                <a:lnTo>
                  <a:pt x="2359960" y="206768"/>
                </a:lnTo>
                <a:lnTo>
                  <a:pt x="2364505" y="252703"/>
                </a:lnTo>
                <a:lnTo>
                  <a:pt x="2364505" y="699046"/>
                </a:lnTo>
                <a:lnTo>
                  <a:pt x="2359960" y="744982"/>
                </a:lnTo>
                <a:lnTo>
                  <a:pt x="2345370" y="792992"/>
                </a:lnTo>
                <a:lnTo>
                  <a:pt x="2321738" y="837256"/>
                </a:lnTo>
                <a:lnTo>
                  <a:pt x="2289622" y="876425"/>
                </a:lnTo>
                <a:lnTo>
                  <a:pt x="2250453" y="908542"/>
                </a:lnTo>
                <a:lnTo>
                  <a:pt x="2206188" y="932174"/>
                </a:lnTo>
                <a:lnTo>
                  <a:pt x="2158178" y="946763"/>
                </a:lnTo>
                <a:lnTo>
                  <a:pt x="2107772" y="95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4061" y="613437"/>
            <a:ext cx="2038349" cy="60007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99798" y="463027"/>
            <a:ext cx="1619249" cy="84772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3760660" y="343597"/>
            <a:ext cx="7548880" cy="1033780"/>
          </a:xfrm>
          <a:custGeom>
            <a:avLst/>
            <a:gdLst/>
            <a:ahLst/>
            <a:cxnLst/>
            <a:rect l="l" t="t" r="r" b="b"/>
            <a:pathLst>
              <a:path w="7548880" h="1033780">
                <a:moveTo>
                  <a:pt x="20078" y="0"/>
                </a:moveTo>
                <a:lnTo>
                  <a:pt x="0" y="0"/>
                </a:lnTo>
                <a:lnTo>
                  <a:pt x="0" y="116103"/>
                </a:lnTo>
                <a:lnTo>
                  <a:pt x="0" y="917194"/>
                </a:lnTo>
                <a:lnTo>
                  <a:pt x="0" y="917549"/>
                </a:lnTo>
                <a:lnTo>
                  <a:pt x="0" y="1033297"/>
                </a:lnTo>
                <a:lnTo>
                  <a:pt x="20078" y="1033297"/>
                </a:lnTo>
                <a:lnTo>
                  <a:pt x="20078" y="917549"/>
                </a:lnTo>
                <a:lnTo>
                  <a:pt x="20078" y="917194"/>
                </a:lnTo>
                <a:lnTo>
                  <a:pt x="20078" y="116103"/>
                </a:lnTo>
                <a:lnTo>
                  <a:pt x="20078" y="0"/>
                </a:lnTo>
                <a:close/>
              </a:path>
              <a:path w="7548880" h="1033780">
                <a:moveTo>
                  <a:pt x="2855125" y="0"/>
                </a:moveTo>
                <a:lnTo>
                  <a:pt x="2835046" y="0"/>
                </a:lnTo>
                <a:lnTo>
                  <a:pt x="2835046" y="116103"/>
                </a:lnTo>
                <a:lnTo>
                  <a:pt x="2835046" y="917194"/>
                </a:lnTo>
                <a:lnTo>
                  <a:pt x="2835046" y="917549"/>
                </a:lnTo>
                <a:lnTo>
                  <a:pt x="2835046" y="1033297"/>
                </a:lnTo>
                <a:lnTo>
                  <a:pt x="2855125" y="1033297"/>
                </a:lnTo>
                <a:lnTo>
                  <a:pt x="2855125" y="917549"/>
                </a:lnTo>
                <a:lnTo>
                  <a:pt x="2855125" y="917194"/>
                </a:lnTo>
                <a:lnTo>
                  <a:pt x="2855125" y="116103"/>
                </a:lnTo>
                <a:lnTo>
                  <a:pt x="2855125" y="0"/>
                </a:lnTo>
                <a:close/>
              </a:path>
              <a:path w="7548880" h="1033780">
                <a:moveTo>
                  <a:pt x="4851679" y="0"/>
                </a:moveTo>
                <a:lnTo>
                  <a:pt x="4831588" y="0"/>
                </a:lnTo>
                <a:lnTo>
                  <a:pt x="4831588" y="116103"/>
                </a:lnTo>
                <a:lnTo>
                  <a:pt x="4831588" y="917194"/>
                </a:lnTo>
                <a:lnTo>
                  <a:pt x="4831588" y="917549"/>
                </a:lnTo>
                <a:lnTo>
                  <a:pt x="4831588" y="1033297"/>
                </a:lnTo>
                <a:lnTo>
                  <a:pt x="4851679" y="1033297"/>
                </a:lnTo>
                <a:lnTo>
                  <a:pt x="4851679" y="917549"/>
                </a:lnTo>
                <a:lnTo>
                  <a:pt x="4851679" y="917194"/>
                </a:lnTo>
                <a:lnTo>
                  <a:pt x="4851679" y="116103"/>
                </a:lnTo>
                <a:lnTo>
                  <a:pt x="4851679" y="0"/>
                </a:lnTo>
                <a:close/>
              </a:path>
              <a:path w="7548880" h="1033780">
                <a:moveTo>
                  <a:pt x="7548639" y="0"/>
                </a:moveTo>
                <a:lnTo>
                  <a:pt x="7528547" y="0"/>
                </a:lnTo>
                <a:lnTo>
                  <a:pt x="7528547" y="116103"/>
                </a:lnTo>
                <a:lnTo>
                  <a:pt x="7528547" y="917194"/>
                </a:lnTo>
                <a:lnTo>
                  <a:pt x="7528547" y="917549"/>
                </a:lnTo>
                <a:lnTo>
                  <a:pt x="7528547" y="1033297"/>
                </a:lnTo>
                <a:lnTo>
                  <a:pt x="7548639" y="1033297"/>
                </a:lnTo>
                <a:lnTo>
                  <a:pt x="7548639" y="917549"/>
                </a:lnTo>
                <a:lnTo>
                  <a:pt x="7548639" y="917194"/>
                </a:lnTo>
                <a:lnTo>
                  <a:pt x="7548639" y="116103"/>
                </a:lnTo>
                <a:lnTo>
                  <a:pt x="7548639" y="0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649" y="9782883"/>
            <a:ext cx="333374" cy="38099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924317" y="9782883"/>
            <a:ext cx="247649" cy="380999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115" y="108888"/>
            <a:ext cx="323808" cy="29531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601365" y="76238"/>
            <a:ext cx="2552699" cy="2000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493" y="251373"/>
            <a:ext cx="18059399" cy="98107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9124" y="277876"/>
            <a:ext cx="735457" cy="74565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6374" y="277876"/>
            <a:ext cx="741993" cy="75258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6792" y="294603"/>
            <a:ext cx="657224" cy="4000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72547" y="519871"/>
            <a:ext cx="2133599" cy="7334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15604" y="492869"/>
            <a:ext cx="2314574" cy="7238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1544700" y="330136"/>
            <a:ext cx="1342390" cy="982344"/>
          </a:xfrm>
          <a:custGeom>
            <a:avLst/>
            <a:gdLst/>
            <a:ahLst/>
            <a:cxnLst/>
            <a:rect l="l" t="t" r="r" b="b"/>
            <a:pathLst>
              <a:path w="1342390" h="982344">
                <a:moveTo>
                  <a:pt x="1342350" y="981833"/>
                </a:moveTo>
                <a:lnTo>
                  <a:pt x="0" y="981833"/>
                </a:lnTo>
                <a:lnTo>
                  <a:pt x="0" y="0"/>
                </a:lnTo>
                <a:lnTo>
                  <a:pt x="1342350" y="0"/>
                </a:lnTo>
                <a:lnTo>
                  <a:pt x="1342350" y="981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775886" y="348240"/>
            <a:ext cx="876299" cy="942974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8751128" y="438624"/>
            <a:ext cx="2364740" cy="951865"/>
          </a:xfrm>
          <a:custGeom>
            <a:avLst/>
            <a:gdLst/>
            <a:ahLst/>
            <a:cxnLst/>
            <a:rect l="l" t="t" r="r" b="b"/>
            <a:pathLst>
              <a:path w="2364740" h="951865">
                <a:moveTo>
                  <a:pt x="2107772" y="951750"/>
                </a:moveTo>
                <a:lnTo>
                  <a:pt x="257175" y="951750"/>
                </a:lnTo>
                <a:lnTo>
                  <a:pt x="206768" y="946763"/>
                </a:lnTo>
                <a:lnTo>
                  <a:pt x="158758" y="932174"/>
                </a:lnTo>
                <a:lnTo>
                  <a:pt x="114494" y="908542"/>
                </a:lnTo>
                <a:lnTo>
                  <a:pt x="75325" y="876425"/>
                </a:lnTo>
                <a:lnTo>
                  <a:pt x="43208" y="837256"/>
                </a:lnTo>
                <a:lnTo>
                  <a:pt x="19576" y="792992"/>
                </a:lnTo>
                <a:lnTo>
                  <a:pt x="4987" y="744982"/>
                </a:lnTo>
                <a:lnTo>
                  <a:pt x="0" y="694575"/>
                </a:lnTo>
                <a:lnTo>
                  <a:pt x="0" y="257174"/>
                </a:lnTo>
                <a:lnTo>
                  <a:pt x="4987" y="206768"/>
                </a:lnTo>
                <a:lnTo>
                  <a:pt x="19576" y="158758"/>
                </a:lnTo>
                <a:lnTo>
                  <a:pt x="43208" y="114494"/>
                </a:lnTo>
                <a:lnTo>
                  <a:pt x="75325" y="75324"/>
                </a:lnTo>
                <a:lnTo>
                  <a:pt x="114494" y="43208"/>
                </a:lnTo>
                <a:lnTo>
                  <a:pt x="158758" y="19576"/>
                </a:lnTo>
                <a:lnTo>
                  <a:pt x="206768" y="4987"/>
                </a:lnTo>
                <a:lnTo>
                  <a:pt x="257175" y="0"/>
                </a:lnTo>
                <a:lnTo>
                  <a:pt x="2107772" y="0"/>
                </a:lnTo>
                <a:lnTo>
                  <a:pt x="2158178" y="4987"/>
                </a:lnTo>
                <a:lnTo>
                  <a:pt x="2206188" y="19576"/>
                </a:lnTo>
                <a:lnTo>
                  <a:pt x="2250453" y="43208"/>
                </a:lnTo>
                <a:lnTo>
                  <a:pt x="2289622" y="75324"/>
                </a:lnTo>
                <a:lnTo>
                  <a:pt x="2321738" y="114494"/>
                </a:lnTo>
                <a:lnTo>
                  <a:pt x="2345370" y="158758"/>
                </a:lnTo>
                <a:lnTo>
                  <a:pt x="2359960" y="206768"/>
                </a:lnTo>
                <a:lnTo>
                  <a:pt x="2364505" y="252703"/>
                </a:lnTo>
                <a:lnTo>
                  <a:pt x="2364505" y="699046"/>
                </a:lnTo>
                <a:lnTo>
                  <a:pt x="2359960" y="744982"/>
                </a:lnTo>
                <a:lnTo>
                  <a:pt x="2345370" y="792992"/>
                </a:lnTo>
                <a:lnTo>
                  <a:pt x="2321738" y="837256"/>
                </a:lnTo>
                <a:lnTo>
                  <a:pt x="2289622" y="876425"/>
                </a:lnTo>
                <a:lnTo>
                  <a:pt x="2250453" y="908542"/>
                </a:lnTo>
                <a:lnTo>
                  <a:pt x="2206188" y="932174"/>
                </a:lnTo>
                <a:lnTo>
                  <a:pt x="2158178" y="946763"/>
                </a:lnTo>
                <a:lnTo>
                  <a:pt x="2107772" y="95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14061" y="613437"/>
            <a:ext cx="2038349" cy="60007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99798" y="463027"/>
            <a:ext cx="1619249" cy="84772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3760660" y="343597"/>
            <a:ext cx="7548880" cy="1033780"/>
          </a:xfrm>
          <a:custGeom>
            <a:avLst/>
            <a:gdLst/>
            <a:ahLst/>
            <a:cxnLst/>
            <a:rect l="l" t="t" r="r" b="b"/>
            <a:pathLst>
              <a:path w="7548880" h="1033780">
                <a:moveTo>
                  <a:pt x="20078" y="0"/>
                </a:moveTo>
                <a:lnTo>
                  <a:pt x="0" y="0"/>
                </a:lnTo>
                <a:lnTo>
                  <a:pt x="0" y="116103"/>
                </a:lnTo>
                <a:lnTo>
                  <a:pt x="0" y="917194"/>
                </a:lnTo>
                <a:lnTo>
                  <a:pt x="0" y="917549"/>
                </a:lnTo>
                <a:lnTo>
                  <a:pt x="0" y="1033297"/>
                </a:lnTo>
                <a:lnTo>
                  <a:pt x="20078" y="1033297"/>
                </a:lnTo>
                <a:lnTo>
                  <a:pt x="20078" y="917549"/>
                </a:lnTo>
                <a:lnTo>
                  <a:pt x="20078" y="917194"/>
                </a:lnTo>
                <a:lnTo>
                  <a:pt x="20078" y="116103"/>
                </a:lnTo>
                <a:lnTo>
                  <a:pt x="20078" y="0"/>
                </a:lnTo>
                <a:close/>
              </a:path>
              <a:path w="7548880" h="1033780">
                <a:moveTo>
                  <a:pt x="2855125" y="0"/>
                </a:moveTo>
                <a:lnTo>
                  <a:pt x="2835046" y="0"/>
                </a:lnTo>
                <a:lnTo>
                  <a:pt x="2835046" y="116103"/>
                </a:lnTo>
                <a:lnTo>
                  <a:pt x="2835046" y="917194"/>
                </a:lnTo>
                <a:lnTo>
                  <a:pt x="2835046" y="917549"/>
                </a:lnTo>
                <a:lnTo>
                  <a:pt x="2835046" y="1033297"/>
                </a:lnTo>
                <a:lnTo>
                  <a:pt x="2855125" y="1033297"/>
                </a:lnTo>
                <a:lnTo>
                  <a:pt x="2855125" y="917549"/>
                </a:lnTo>
                <a:lnTo>
                  <a:pt x="2855125" y="917194"/>
                </a:lnTo>
                <a:lnTo>
                  <a:pt x="2855125" y="116103"/>
                </a:lnTo>
                <a:lnTo>
                  <a:pt x="2855125" y="0"/>
                </a:lnTo>
                <a:close/>
              </a:path>
              <a:path w="7548880" h="1033780">
                <a:moveTo>
                  <a:pt x="4851679" y="0"/>
                </a:moveTo>
                <a:lnTo>
                  <a:pt x="4831588" y="0"/>
                </a:lnTo>
                <a:lnTo>
                  <a:pt x="4831588" y="116103"/>
                </a:lnTo>
                <a:lnTo>
                  <a:pt x="4831588" y="917194"/>
                </a:lnTo>
                <a:lnTo>
                  <a:pt x="4831588" y="917549"/>
                </a:lnTo>
                <a:lnTo>
                  <a:pt x="4831588" y="1033297"/>
                </a:lnTo>
                <a:lnTo>
                  <a:pt x="4851679" y="1033297"/>
                </a:lnTo>
                <a:lnTo>
                  <a:pt x="4851679" y="917549"/>
                </a:lnTo>
                <a:lnTo>
                  <a:pt x="4851679" y="917194"/>
                </a:lnTo>
                <a:lnTo>
                  <a:pt x="4851679" y="116103"/>
                </a:lnTo>
                <a:lnTo>
                  <a:pt x="4851679" y="0"/>
                </a:lnTo>
                <a:close/>
              </a:path>
              <a:path w="7548880" h="1033780">
                <a:moveTo>
                  <a:pt x="7548639" y="0"/>
                </a:moveTo>
                <a:lnTo>
                  <a:pt x="7528547" y="0"/>
                </a:lnTo>
                <a:lnTo>
                  <a:pt x="7528547" y="116103"/>
                </a:lnTo>
                <a:lnTo>
                  <a:pt x="7528547" y="917194"/>
                </a:lnTo>
                <a:lnTo>
                  <a:pt x="7528547" y="917549"/>
                </a:lnTo>
                <a:lnTo>
                  <a:pt x="7528547" y="1033297"/>
                </a:lnTo>
                <a:lnTo>
                  <a:pt x="7548639" y="1033297"/>
                </a:lnTo>
                <a:lnTo>
                  <a:pt x="7548639" y="917549"/>
                </a:lnTo>
                <a:lnTo>
                  <a:pt x="7548639" y="917194"/>
                </a:lnTo>
                <a:lnTo>
                  <a:pt x="7548639" y="116103"/>
                </a:lnTo>
                <a:lnTo>
                  <a:pt x="7548639" y="0"/>
                </a:lnTo>
                <a:close/>
              </a:path>
            </a:pathLst>
          </a:custGeom>
          <a:solidFill>
            <a:srgbClr val="BE18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649" y="9782883"/>
            <a:ext cx="333374" cy="38099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924317" y="9782883"/>
            <a:ext cx="247649" cy="380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468" y="1974460"/>
            <a:ext cx="9158373" cy="679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5468" y="1974460"/>
            <a:ext cx="13639132" cy="673265"/>
          </a:xfrm>
          <a:prstGeom prst="rect">
            <a:avLst/>
          </a:prstGeom>
        </p:spPr>
        <p:txBody>
          <a:bodyPr vert="horz" wrap="square" lIns="0" tIns="118114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93181A"/>
                </a:solidFill>
              </a:rPr>
              <a:t>TITLE:</a:t>
            </a:r>
            <a:r>
              <a:rPr sz="3600" spc="-310" dirty="0">
                <a:solidFill>
                  <a:srgbClr val="93181A"/>
                </a:solidFill>
              </a:rPr>
              <a:t> </a:t>
            </a:r>
            <a:r>
              <a:rPr lang="en-IN" sz="3600" dirty="0">
                <a:solidFill>
                  <a:schemeClr val="tx1"/>
                </a:solidFill>
              </a:rPr>
              <a:t>Vision-Based Autonomous Robot Docking and Charging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4666" y="3459922"/>
            <a:ext cx="12738934" cy="5902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92530">
              <a:lnSpc>
                <a:spcPct val="158300"/>
              </a:lnSpc>
              <a:spcBef>
                <a:spcPts val="95"/>
              </a:spcBef>
            </a:pPr>
            <a:r>
              <a:rPr sz="2400" b="1" spc="130" dirty="0">
                <a:solidFill>
                  <a:srgbClr val="93181A"/>
                </a:solidFill>
                <a:latin typeface="Trebuchet MS"/>
                <a:cs typeface="Trebuchet MS"/>
              </a:rPr>
              <a:t>TEAM</a:t>
            </a:r>
            <a:r>
              <a:rPr sz="2400" b="1" spc="-21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INNOVIX</a:t>
            </a:r>
          </a:p>
          <a:p>
            <a:pPr marL="12700" marR="1192530">
              <a:lnSpc>
                <a:spcPct val="158300"/>
              </a:lnSpc>
              <a:spcBef>
                <a:spcPts val="95"/>
              </a:spcBef>
            </a:pPr>
            <a:r>
              <a:rPr sz="2400" b="1" spc="130" dirty="0">
                <a:solidFill>
                  <a:srgbClr val="93181A"/>
                </a:solidFill>
                <a:latin typeface="Trebuchet MS"/>
                <a:cs typeface="Trebuchet MS"/>
              </a:rPr>
              <a:t>TEAM</a:t>
            </a:r>
            <a:r>
              <a:rPr sz="2400" b="1" spc="-21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93181A"/>
                </a:solidFill>
                <a:latin typeface="Trebuchet MS"/>
                <a:cs typeface="Trebuchet MS"/>
              </a:rPr>
              <a:t>ID:</a:t>
            </a:r>
            <a:r>
              <a:rPr lang="en-IN" sz="2400" b="1" spc="-25" dirty="0">
                <a:solidFill>
                  <a:srgbClr val="93181A"/>
                </a:solidFill>
                <a:latin typeface="Trebuchet MS"/>
                <a:cs typeface="Trebuchet MS"/>
              </a:rPr>
              <a:t> YS516</a:t>
            </a:r>
            <a:endParaRPr sz="2400" dirty="0">
              <a:latin typeface="Trebuchet MS"/>
              <a:cs typeface="Trebuchet MS"/>
            </a:endParaRPr>
          </a:p>
          <a:p>
            <a:pPr marL="12700" marR="1721485">
              <a:lnSpc>
                <a:spcPct val="100000"/>
              </a:lnSpc>
            </a:pPr>
            <a:r>
              <a:rPr sz="2400" b="1" spc="160" dirty="0">
                <a:solidFill>
                  <a:srgbClr val="93181A"/>
                </a:solidFill>
                <a:latin typeface="Trebuchet MS"/>
                <a:cs typeface="Trebuchet MS"/>
              </a:rPr>
              <a:t>PS</a:t>
            </a:r>
            <a:r>
              <a:rPr sz="2400" b="1" spc="-215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93181A"/>
                </a:solidFill>
                <a:latin typeface="Trebuchet MS"/>
                <a:cs typeface="Trebuchet MS"/>
              </a:rPr>
              <a:t>ID: </a:t>
            </a:r>
            <a:r>
              <a:rPr lang="en-IN" sz="2400" b="1" spc="-25" dirty="0">
                <a:solidFill>
                  <a:srgbClr val="93181A"/>
                </a:solidFill>
                <a:latin typeface="Trebuchet MS"/>
                <a:cs typeface="Trebuchet MS"/>
              </a:rPr>
              <a:t>14</a:t>
            </a:r>
          </a:p>
          <a:p>
            <a:pPr marL="12700" marR="1721485">
              <a:lnSpc>
                <a:spcPct val="157700"/>
              </a:lnSpc>
            </a:pPr>
            <a:r>
              <a:rPr sz="2400" b="1" spc="140" dirty="0">
                <a:solidFill>
                  <a:srgbClr val="93181A"/>
                </a:solidFill>
                <a:latin typeface="Trebuchet MS"/>
                <a:cs typeface="Trebuchet MS"/>
              </a:rPr>
              <a:t>DOMAIN:</a:t>
            </a:r>
            <a:r>
              <a:rPr lang="en-IN" sz="2400" b="1" spc="140" dirty="0">
                <a:solidFill>
                  <a:srgbClr val="93181A"/>
                </a:solidFill>
                <a:latin typeface="Trebuchet MS"/>
                <a:cs typeface="Trebuchet MS"/>
              </a:rPr>
              <a:t> SOFTWARE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130" dirty="0">
                <a:solidFill>
                  <a:srgbClr val="93181A"/>
                </a:solidFill>
                <a:latin typeface="Trebuchet MS"/>
                <a:cs typeface="Trebuchet MS"/>
              </a:rPr>
              <a:t>TEAM</a:t>
            </a:r>
            <a:r>
              <a:rPr sz="2400" b="1" spc="-114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93181A"/>
                </a:solidFill>
                <a:latin typeface="Trebuchet MS"/>
                <a:cs typeface="Trebuchet MS"/>
              </a:rPr>
              <a:t>LEADER</a:t>
            </a:r>
            <a:r>
              <a:rPr sz="2400" b="1" spc="-11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ABILASH KUMAR R</a:t>
            </a: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200" dirty="0">
                <a:solidFill>
                  <a:srgbClr val="93181A"/>
                </a:solidFill>
                <a:latin typeface="Trebuchet MS"/>
                <a:cs typeface="Trebuchet MS"/>
              </a:rPr>
              <a:t>MEMBER-</a:t>
            </a:r>
            <a:r>
              <a:rPr sz="2400" b="1" spc="-509" dirty="0">
                <a:solidFill>
                  <a:srgbClr val="93181A"/>
                </a:solidFill>
                <a:latin typeface="Trebuchet MS"/>
                <a:cs typeface="Trebuchet MS"/>
              </a:rPr>
              <a:t>1</a:t>
            </a:r>
            <a:r>
              <a:rPr sz="2400" b="1" spc="-20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DHARANI V</a:t>
            </a: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200" dirty="0">
                <a:solidFill>
                  <a:srgbClr val="93181A"/>
                </a:solidFill>
                <a:latin typeface="Trebuchet MS"/>
                <a:cs typeface="Trebuchet MS"/>
              </a:rPr>
              <a:t>MEMBER-</a:t>
            </a:r>
            <a:r>
              <a:rPr sz="2400" b="1" spc="-50" dirty="0">
                <a:solidFill>
                  <a:srgbClr val="93181A"/>
                </a:solidFill>
                <a:latin typeface="Trebuchet MS"/>
                <a:cs typeface="Trebuchet MS"/>
              </a:rPr>
              <a:t>2</a:t>
            </a:r>
            <a:r>
              <a:rPr sz="2400" b="1" spc="-195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FRANIC FERNANDO V </a:t>
            </a: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200" dirty="0">
                <a:solidFill>
                  <a:srgbClr val="93181A"/>
                </a:solidFill>
                <a:latin typeface="Trebuchet MS"/>
                <a:cs typeface="Trebuchet MS"/>
              </a:rPr>
              <a:t>MEMBER-</a:t>
            </a:r>
            <a:r>
              <a:rPr sz="2400" b="1" dirty="0">
                <a:solidFill>
                  <a:srgbClr val="93181A"/>
                </a:solidFill>
                <a:latin typeface="Trebuchet MS"/>
                <a:cs typeface="Trebuchet MS"/>
              </a:rPr>
              <a:t>3</a:t>
            </a:r>
            <a:r>
              <a:rPr sz="2400" b="1" spc="-16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DHARSHINI B</a:t>
            </a: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200" dirty="0">
                <a:solidFill>
                  <a:srgbClr val="93181A"/>
                </a:solidFill>
                <a:latin typeface="Trebuchet MS"/>
                <a:cs typeface="Trebuchet MS"/>
              </a:rPr>
              <a:t>MEMBER-</a:t>
            </a:r>
            <a:r>
              <a:rPr sz="2400" b="1" spc="210" dirty="0">
                <a:solidFill>
                  <a:srgbClr val="93181A"/>
                </a:solidFill>
                <a:latin typeface="Trebuchet MS"/>
                <a:cs typeface="Trebuchet MS"/>
              </a:rPr>
              <a:t>4</a:t>
            </a:r>
            <a:r>
              <a:rPr sz="2400" b="1" spc="-20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 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DEVAROOPA E</a:t>
            </a:r>
          </a:p>
          <a:p>
            <a:pPr marL="12700" marR="5080">
              <a:lnSpc>
                <a:spcPts val="4540"/>
              </a:lnSpc>
              <a:spcBef>
                <a:spcPts val="190"/>
              </a:spcBef>
            </a:pPr>
            <a:r>
              <a:rPr sz="2400" b="1" spc="200" dirty="0">
                <a:solidFill>
                  <a:srgbClr val="93181A"/>
                </a:solidFill>
                <a:latin typeface="Trebuchet MS"/>
                <a:cs typeface="Trebuchet MS"/>
              </a:rPr>
              <a:t>MEMBER-</a:t>
            </a:r>
            <a:r>
              <a:rPr sz="2400" b="1" spc="140" dirty="0">
                <a:solidFill>
                  <a:srgbClr val="93181A"/>
                </a:solidFill>
                <a:latin typeface="Trebuchet MS"/>
                <a:cs typeface="Trebuchet MS"/>
              </a:rPr>
              <a:t>5</a:t>
            </a:r>
            <a:r>
              <a:rPr sz="2400" b="1" spc="-200" dirty="0">
                <a:solidFill>
                  <a:srgbClr val="93181A"/>
                </a:solidFill>
                <a:latin typeface="Trebuchet MS"/>
                <a:cs typeface="Trebuchet MS"/>
              </a:rPr>
              <a:t> </a:t>
            </a:r>
            <a:r>
              <a:rPr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NAME:</a:t>
            </a:r>
            <a:r>
              <a:rPr lang="en-IN" sz="2400" b="1" spc="90" dirty="0">
                <a:solidFill>
                  <a:srgbClr val="93181A"/>
                </a:solidFill>
                <a:latin typeface="Trebuchet MS"/>
                <a:cs typeface="Trebuchet MS"/>
              </a:rPr>
              <a:t> -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79" y="1581693"/>
            <a:ext cx="5251073" cy="140256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14"/>
              </a:spcBef>
            </a:pPr>
            <a:r>
              <a:rPr sz="2850" spc="114" dirty="0"/>
              <a:t>PROBLEM</a:t>
            </a:r>
            <a:r>
              <a:rPr sz="2850" spc="-254" dirty="0"/>
              <a:t> </a:t>
            </a:r>
            <a:r>
              <a:rPr sz="2850" spc="95" dirty="0"/>
              <a:t>STATEMENT</a:t>
            </a:r>
            <a:endParaRPr sz="2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79" y="1581693"/>
            <a:ext cx="5251073" cy="140256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14"/>
              </a:spcBef>
            </a:pPr>
            <a:r>
              <a:rPr sz="2850" spc="150" dirty="0"/>
              <a:t>PROPOSED</a:t>
            </a:r>
            <a:r>
              <a:rPr sz="2850" spc="-240" dirty="0"/>
              <a:t> </a:t>
            </a:r>
            <a:r>
              <a:rPr sz="2850" spc="95" dirty="0"/>
              <a:t>SOLUTION</a:t>
            </a:r>
            <a:endParaRPr sz="2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48534"/>
            <a:ext cx="3916924" cy="146243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114"/>
              </a:spcBef>
            </a:pPr>
            <a:r>
              <a:rPr sz="3250" spc="125" dirty="0"/>
              <a:t>OBJECTIVE</a:t>
            </a:r>
            <a:endParaRPr sz="3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14" y="1548534"/>
            <a:ext cx="4737939" cy="146243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14"/>
              </a:spcBef>
            </a:pPr>
            <a:r>
              <a:rPr sz="3250" spc="155" dirty="0"/>
              <a:t>METHODOLOGY</a:t>
            </a:r>
            <a:endParaRPr sz="3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14" y="1548534"/>
            <a:ext cx="4737939" cy="146243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14"/>
              </a:spcBef>
            </a:pPr>
            <a:r>
              <a:rPr sz="3250" spc="195" dirty="0"/>
              <a:t>WORKFLOW</a:t>
            </a:r>
            <a:endParaRPr sz="3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21" y="1238997"/>
            <a:ext cx="6080860" cy="20620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90" dirty="0"/>
              <a:t>SYSTEM</a:t>
            </a:r>
            <a:r>
              <a:rPr spc="-260" dirty="0"/>
              <a:t> </a:t>
            </a:r>
            <a:r>
              <a:rPr spc="100" dirty="0"/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93" y="1238997"/>
            <a:ext cx="5449083" cy="20620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93" y="1238997"/>
            <a:ext cx="5449083" cy="20620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39" y="89628"/>
            <a:ext cx="330284" cy="3145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01365" y="76238"/>
            <a:ext cx="2552699" cy="200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386" y="1463560"/>
            <a:ext cx="4162424" cy="85915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4506" y="3538677"/>
            <a:ext cx="9772649" cy="5172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66</Words>
  <Application>Microsoft Office PowerPoint</Application>
  <PresentationFormat>Custom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Trebuchet MS</vt:lpstr>
      <vt:lpstr>Office Theme</vt:lpstr>
      <vt:lpstr>TITLE: Vision-Based Autonomous Robot Docking and Charging</vt:lpstr>
      <vt:lpstr>PROBLEM STATEMENT</vt:lpstr>
      <vt:lpstr>PROPOSED SOLUTION</vt:lpstr>
      <vt:lpstr>OBJECTIVE</vt:lpstr>
      <vt:lpstr>METHODOLOGY</vt:lpstr>
      <vt:lpstr>WORKFLOW</vt:lpstr>
      <vt:lpstr>SYSTEM ARCHITECTURE</vt:lpstr>
      <vt:lpstr>IMPLEMENTATION</vt:lpstr>
      <vt:lpstr>IMPLEMENTATION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YHACK'26 PPT TEMPLATE</dc:title>
  <dc:creator>DEENADAYAL S 24MI005</dc:creator>
  <cp:keywords>DAHUxC59xlA,BAG0JyWkgoI</cp:keywords>
  <cp:lastModifiedBy>roopdeva@outlook.com</cp:lastModifiedBy>
  <cp:revision>1</cp:revision>
  <dcterms:created xsi:type="dcterms:W3CDTF">2026-09-10T09:41:40Z</dcterms:created>
  <dcterms:modified xsi:type="dcterms:W3CDTF">2026-09-10T10:02:38Z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2026-09-10T00:00:00Z</vt:filetime>
  </property>
  <property fmtid="{D5CDD505-2E9C-101B-9397-08002B2CF9AE}" pid="6" name="Producer">
    <vt:lpwstr>Canva</vt:lpwstr>
  </property>
</Properties>
</file>